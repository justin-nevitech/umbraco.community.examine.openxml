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38" y="2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A3ED2-9E30-4D1C-9DA7-8102E3683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834352-AA47-16B8-4FFB-8770946AD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B290C-CE58-8BF5-2605-B307D7790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8FA5F-9EC4-44F5-BF43-D39B18B7E216}" type="datetimeFigureOut">
              <a:rPr lang="en-GB" smtClean="0"/>
              <a:t>04/07/2022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D8AB0-E7E6-BA33-76E7-D23188557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6BB84-3A3E-BCD2-0E1B-2B263D80F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A02D3-EBEE-496A-A5DD-D73CAF56B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9899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26647-8B7D-B56C-1D07-40E4FEA1B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97B70-3FFB-1B68-5BB0-23EF3959A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768FE-0C11-DC6C-171C-0C00BE2A3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8FA5F-9EC4-44F5-BF43-D39B18B7E216}" type="datetimeFigureOut">
              <a:rPr lang="en-GB" smtClean="0"/>
              <a:t>04/07/2022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7809A-6F8E-DABC-0C43-E32D02B77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539C2-D18A-0EAA-7B40-9155D718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A02D3-EBEE-496A-A5DD-D73CAF56B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29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CE080-1E57-4A76-1F5E-11C0131F3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4C1B1-EC60-2626-5798-6CD800F4A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961CC-090A-9F2A-8BC5-43AA8CCBA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8FA5F-9EC4-44F5-BF43-D39B18B7E216}" type="datetimeFigureOut">
              <a:rPr lang="en-GB" smtClean="0"/>
              <a:t>04/07/2022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1B633-60FC-15F7-2C37-B80EF4BA4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8F24D-156C-87C1-5759-E825884D8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A02D3-EBEE-496A-A5DD-D73CAF56B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974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D72BF-78B6-9BF1-0855-7C3B1428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BD1C8-697E-7149-9C0B-87BCAC4362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14406-7BE1-89FE-77C5-FF02A2B63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7F5D8-9B1C-B120-5825-E5F6DC19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8FA5F-9EC4-44F5-BF43-D39B18B7E216}" type="datetimeFigureOut">
              <a:rPr lang="en-GB" smtClean="0"/>
              <a:t>04/07/2022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9620C-6559-128C-D6A5-4A4DF1325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4AC97-BB1E-403E-ED8D-B6C07ED57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A02D3-EBEE-496A-A5DD-D73CAF56B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7672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03C2-EA1A-292E-8EAC-D9BD6ADD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D07A2-8FCE-D450-EAB5-E6C431C98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5D177F-788B-F84C-47C3-BCA67883C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D400E2-02D0-C7BC-C658-0FB09CA85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1FB9-EF39-B758-DCED-603DF9EF78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D75FF2-C462-3ABA-622F-647329FE7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8FA5F-9EC4-44F5-BF43-D39B18B7E216}" type="datetimeFigureOut">
              <a:rPr lang="en-GB" smtClean="0"/>
              <a:t>04/07/2022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2AE64B-FF12-1D54-E3EB-D9F0199DF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3ADA4-4335-5F34-646B-40D8EC6A2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A02D3-EBEE-496A-A5DD-D73CAF56B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749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DB5C4-1B80-BE26-3000-B51FCC86A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1F93DB-0C59-98B5-0215-AB630DDE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8FA5F-9EC4-44F5-BF43-D39B18B7E216}" type="datetimeFigureOut">
              <a:rPr lang="en-GB" smtClean="0"/>
              <a:t>04/07/2022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1385E-DC23-C4E3-093B-F0AABCB8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3182B0-376E-EA66-769A-C72DABA3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A02D3-EBEE-496A-A5DD-D73CAF56B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7249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E155F6-826E-2589-0FC5-EBF8DBC84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8FA5F-9EC4-44F5-BF43-D39B18B7E216}" type="datetimeFigureOut">
              <a:rPr lang="en-GB" smtClean="0"/>
              <a:t>04/07/2022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D92178-DA64-F697-5A08-7AECC05BA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09264-464B-650E-CF00-603FCAF36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A02D3-EBEE-496A-A5DD-D73CAF56B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385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C5B4-9CD4-6BC7-9E43-8A0D785F8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B7930-18A1-4929-4C5E-C411C1D94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A3B5F-68C1-F209-3F9D-0B67D3AEC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2B81B-1DF4-8CDA-B209-4FE2E7A47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8FA5F-9EC4-44F5-BF43-D39B18B7E216}" type="datetimeFigureOut">
              <a:rPr lang="en-GB" smtClean="0"/>
              <a:t>04/07/2022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45B4B-4744-FC5E-7969-D03EAA488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16FD8-E327-C86A-3EA9-573455189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A02D3-EBEE-496A-A5DD-D73CAF56B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543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06D6-91D1-9FEC-8F64-10776E49A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4B5B02-B6EE-DB67-7DBD-1862F7928F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A017D-B5C7-FA2D-185D-1E743A1ED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E3EF9-D21D-3EA5-EA50-6E1F12878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8FA5F-9EC4-44F5-BF43-D39B18B7E216}" type="datetimeFigureOut">
              <a:rPr lang="en-GB" smtClean="0"/>
              <a:t>04/07/2022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C5F6E-FB7E-173B-4F19-72231F7B6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B2621-A3A3-2709-E36D-2DEACED54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A02D3-EBEE-496A-A5DD-D73CAF56B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60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B6622-E598-3CF0-924D-5254E41D1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7A1ED-3C48-5B3D-9980-FF00E9A3A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A3185-1C30-A582-17B6-3CC5CACA3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8FA5F-9EC4-44F5-BF43-D39B18B7E216}" type="datetimeFigureOut">
              <a:rPr lang="en-GB" smtClean="0"/>
              <a:t>04/07/2022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F0CED-35C3-985E-4DB5-CC579D066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3D71D-B5E5-4961-D45D-FAF775DAD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A02D3-EBEE-496A-A5DD-D73CAF56B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508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3235B-EBD7-C4C7-38A1-7982AFB4F4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78872F-37EF-A957-5109-C99598DF8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E8638-54F0-B90A-96C5-55852CEAA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8FA5F-9EC4-44F5-BF43-D39B18B7E216}" type="datetimeFigureOut">
              <a:rPr lang="en-GB" smtClean="0"/>
              <a:t>04/07/2022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130AF-AC96-CA17-F2E0-0139F7C28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BBD79-AFAD-E6E5-5E14-DD1E21037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A02D3-EBEE-496A-A5DD-D73CAF56B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2684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6183D5-BD2C-D3E6-DD3F-79FAAF9AB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B97C7-FC93-C753-5AE1-0133F8FEF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F4CE0-E683-0CBD-732E-7973B42D52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8FA5F-9EC4-44F5-BF43-D39B18B7E216}" type="datetimeFigureOut">
              <a:rPr lang="en-GB" smtClean="0"/>
              <a:t>04/07/2022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6A07E-D535-F48E-602F-86431C66C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C2C17-F9BE-A00D-8D6D-6E65515D8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A02D3-EBEE-496A-A5DD-D73CAF56B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55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1AD4-DC85-60DC-E4CB-0A33E543CE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This is a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6B37F-3AC6-818F-F5A3-B0E5B6FE22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Test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916370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This is a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test</dc:title>
  <dc:creator>Justin Neville</dc:creator>
  <cp:lastModifiedBy>Justin Neville</cp:lastModifiedBy>
  <cp:revision>1</cp:revision>
  <dcterms:created xsi:type="dcterms:W3CDTF">2022-07-04T07:21:55Z</dcterms:created>
  <dcterms:modified xsi:type="dcterms:W3CDTF">2022-07-04T07:22:31Z</dcterms:modified>
</cp:coreProperties>
</file>